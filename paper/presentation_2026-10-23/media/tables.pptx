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Pogo: 2-D SLIP hopper, 6 robots incl. 3 outside the DR family - success %, frozen test seed 3301, 3 seeds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arm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real trials / robot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success % [95 % CI]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apex err (cm)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speed err. dv (m/s)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ours,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7.6 [1.4, 15.3]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ours + DistILC 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90.8 [84.2, 96.5]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0.027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ours+DR,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48.8 [37.7, 59.7]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ours+DR + DistILC 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97.6 [94.8, 99.8]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0.023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PPO+DR,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73.6 [62.2, 84.0]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PPO+DR + DistILC 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97.2 [94.6, 99.3]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0.023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PPO fine-tuned on the robot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48 / 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79.5 / 94.4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0.60 / 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0.059 / 0.034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FADA (own adaptation)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95.1 [91.7, 97.9]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RMA, zero-shot (privileged)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98.6 [96.5, 100]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Pogo: Ablations of the stage's update direction (validation, nominal start s0, 24 trials)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arm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success %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stage, Gauss-Newton step through the sim Jacobian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79.7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open-loop Jacobian (no feedback term)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flipped Jacobian (the 180-degree direction 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+ trust region / no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77.1 / 79.7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sim-stage final snapshot instead of the stopping-rule pick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538728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Sources: src/ilc_pogo/results_table_test3301.txt (success as scored by common.hop_metrics / ci.py), src/ilc_pogo/NOTES.md (controls). No random-direction arm in this domain; the flipped Jacobian is the direction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Car: F1TENTH 25-degree drift, 8 cars incl. friction x0.9/0.7/0.6 - b25 success %, validation seed 301, 3 seeds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arm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real laps / car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b25 success % (mean +- sd)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crash %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all plans %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test 2701 b25 %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ours,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40.8 +- 4.0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45.8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49.9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40.1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ours + DistILC ladder 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89.9 +- 14.2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94.9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91.1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PPO+DR (task reward),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49.8 +- 9.3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55.3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48.6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PPO+DR + our ladder 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85.9 +- 1.1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86.2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85.9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PPO+DR on our rungs (no ILC)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79.5 +- 10.0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80.0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RMA (task),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39.1 +- 3.5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31.6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52.1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38.5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RMA + our ladder 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75.2 +- 4.5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Car: Paired b25 differences (cluster = car x plan, 16 clusters, 95 % bootstrap) and direction ablations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comparison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delta b25 (pts)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ours + ladder - PPO+DR + ladder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+4.0 [-6.8, +16.7]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ours + ladder - RMA + ladder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ABF"/>
                          </a:solidFill>
                        </a:rPr>
                        <a:t>+14.8 [-1.4, +32.5]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RMA + ladder - RMA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+36.1 [+18.1, +54.9]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older setup (mu 0.2, seed 0, 24 laps): stage 79 % / open Jacobian 79 % / flipped Jacobian 51 %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154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Sources: src/ilc_f1tenth/ilc2real/runs/hw/redo_val_table.txt, NOTES.md (success as scored by reeval.py: 12 runs x 5 chained laps). No random-direction arm; the flipped Jacobian is the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Quadruped: Go1 jump to flat/box goals, 4 robots incl. r5: friction 0.59, mass x1.14 - start drB_s2, 36 paired (seed, robot) cells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arm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real jumps / robot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success %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score (raw)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score (capped)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d success vs control (pts)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d capped vs control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zero-shot (start network)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43.0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21.30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12.06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DistILC stage (recipe)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43.2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20.19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10.56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+1.6 [-0.9, +3.9] (n=36)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-1.05 [-1.53, -0.61]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stage, pooled-data 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45.3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19.30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10.80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+4.9 [+2.3, +7.3] (n=12)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-0.79 [-1.60, -0.08]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random-direction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41.6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(control)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(control)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Quadruped: Replication: start network drCft_s2 (24 paired cells)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arm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real jumps / robot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success %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score (raw)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score (capped)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d success vs control (pts)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d capped vs control</a:t>
                      </a:r>
                    </a:p>
                  </a:txBody>
                  <a:tcPr>
                    <a:solidFill>
                      <a:srgbClr val="ECEB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zero-shot (start network)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39.8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12.26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DistILC stage (recipe)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44.5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20.82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11.89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+7.2 [+2.5, +12.0] (n=24)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56ABF"/>
                          </a:solidFill>
                        </a:rPr>
                        <a:t>-0.97 [-1.44, -0.49]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random-direction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37.4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23.10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12.86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(control)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(control)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2770632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Validation goals (planeval); success = pre-registered (no fall, |ex| &lt;= 5 cm, |ez| &lt;= 3 cm); score = 0.01 landing cost + 20 fall, lower = better; capped = each jump's cost term capped at 20 (POST HOC: the raw mean is dominated by a few tumbles). r5 alone, recipe - control success: drB +2.8 [+0.0, +5.6] pts (9 cells), drCft -3.6 [-6.8, +0.0] pts (6 cells). Paired 95 % bootstrap CIs.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